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68" d="100"/>
          <a:sy n="68" d="100"/>
        </p:scale>
        <p:origin x="8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 P" userId="95ed64cbe1cb4df3" providerId="LiveId" clId="{1F1262E9-AA9E-4014-A775-F6266AE751E1}"/>
    <pc:docChg chg="modSld">
      <pc:chgData name="karthik P" userId="95ed64cbe1cb4df3" providerId="LiveId" clId="{1F1262E9-AA9E-4014-A775-F6266AE751E1}" dt="2024-05-12T17:41:52.064" v="9" actId="20577"/>
      <pc:docMkLst>
        <pc:docMk/>
      </pc:docMkLst>
      <pc:sldChg chg="modSp mod">
        <pc:chgData name="karthik P" userId="95ed64cbe1cb4df3" providerId="LiveId" clId="{1F1262E9-AA9E-4014-A775-F6266AE751E1}" dt="2024-05-12T17:41:52.064" v="9" actId="20577"/>
        <pc:sldMkLst>
          <pc:docMk/>
          <pc:sldMk cId="95992585" sldId="256"/>
        </pc:sldMkLst>
        <pc:spChg chg="mod">
          <ac:chgData name="karthik P" userId="95ed64cbe1cb4df3" providerId="LiveId" clId="{1F1262E9-AA9E-4014-A775-F6266AE751E1}" dt="2024-05-12T17:41:52.064" v="9" actId="20577"/>
          <ac:spMkLst>
            <pc:docMk/>
            <pc:sldMk cId="95992585" sldId="256"/>
            <ac:spMk id="2" creationId="{0E9B3C1D-5278-4A9D-A1E5-9C19754CCA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0E9B3C1D-5278-4A9D-A1E5-9C19754CCA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IPL </a:t>
            </a:r>
            <a:r>
              <a:rPr dirty="0" err="1"/>
              <a:t>Visualisation</a:t>
            </a:r>
            <a:r>
              <a:rPr dirty="0"/>
              <a:t> </a:t>
            </a:r>
            <a:r>
              <a:rPr dirty="0" err="1"/>
              <a:t>Assignment_</a:t>
            </a:r>
            <a:r>
              <a:rPr lang="en-US" dirty="0" err="1"/>
              <a:t>Karthik</a:t>
            </a:r>
            <a:endParaRPr dirty="0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FAB59D3C-816B-468F-B2F9-ED0E6339B5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12-05-2024 23:10:34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Match Statistics">
            <a:extLst>
              <a:ext uri="{FF2B5EF4-FFF2-40B4-BE49-F238E27FC236}">
                <a16:creationId xmlns:a16="http://schemas.microsoft.com/office/drawing/2014/main" id="{3DBF8208-3A05-4D01-9139-B0102A331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Player Statistics">
            <a:extLst>
              <a:ext uri="{FF2B5EF4-FFF2-40B4-BE49-F238E27FC236}">
                <a16:creationId xmlns:a16="http://schemas.microsoft.com/office/drawing/2014/main" id="{46E4A784-B7C0-49BA-883D-805FFEC02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Team Statistics">
            <a:extLst>
              <a:ext uri="{FF2B5EF4-FFF2-40B4-BE49-F238E27FC236}">
                <a16:creationId xmlns:a16="http://schemas.microsoft.com/office/drawing/2014/main" id="{C8234563-8603-42ED-9377-5F1CC68BA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Win by wickets distribution">
            <a:extLst>
              <a:ext uri="{FF2B5EF4-FFF2-40B4-BE49-F238E27FC236}">
                <a16:creationId xmlns:a16="http://schemas.microsoft.com/office/drawing/2014/main" id="{84FF7F6F-FD08-4FBD-87D3-3AD40F478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09550"/>
            <a:ext cx="98679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Biggest wins">
            <a:extLst>
              <a:ext uri="{FF2B5EF4-FFF2-40B4-BE49-F238E27FC236}">
                <a16:creationId xmlns:a16="http://schemas.microsoft.com/office/drawing/2014/main" id="{E6AAC426-D4B7-4F60-AE5A-79C0D140E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66700"/>
            <a:ext cx="98679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Highest totals (across all the seasons)">
            <a:extLst>
              <a:ext uri="{FF2B5EF4-FFF2-40B4-BE49-F238E27FC236}">
                <a16:creationId xmlns:a16="http://schemas.microsoft.com/office/drawing/2014/main" id="{9124364F-3F21-4BD4-AC74-A2940A41A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887" y="104775"/>
            <a:ext cx="9420225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Most fours">
            <a:extLst>
              <a:ext uri="{FF2B5EF4-FFF2-40B4-BE49-F238E27FC236}">
                <a16:creationId xmlns:a16="http://schemas.microsoft.com/office/drawing/2014/main" id="{8C541B13-632B-405F-A624-27F36EF52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66700"/>
            <a:ext cx="98679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Most sixes">
            <a:extLst>
              <a:ext uri="{FF2B5EF4-FFF2-40B4-BE49-F238E27FC236}">
                <a16:creationId xmlns:a16="http://schemas.microsoft.com/office/drawing/2014/main" id="{070F6B4A-3C18-4296-964A-B8167A61C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66700"/>
            <a:ext cx="98679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Orange cap contenders">
            <a:extLst>
              <a:ext uri="{FF2B5EF4-FFF2-40B4-BE49-F238E27FC236}">
                <a16:creationId xmlns:a16="http://schemas.microsoft.com/office/drawing/2014/main" id="{FA6F5E53-B03B-45F1-9357-5C9B4ADCB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185737"/>
            <a:ext cx="9182100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Purple cap contenders">
            <a:extLst>
              <a:ext uri="{FF2B5EF4-FFF2-40B4-BE49-F238E27FC236}">
                <a16:creationId xmlns:a16="http://schemas.microsoft.com/office/drawing/2014/main" id="{F4EAE8A5-012A-4BC1-9097-1CF62E546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185737"/>
            <a:ext cx="9867900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Season-wise team performance">
            <a:extLst>
              <a:ext uri="{FF2B5EF4-FFF2-40B4-BE49-F238E27FC236}">
                <a16:creationId xmlns:a16="http://schemas.microsoft.com/office/drawing/2014/main" id="{C992BD1C-37AA-4FDA-872D-29CDA3C42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0" y="266700"/>
            <a:ext cx="89535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Season-wise team performance(loss)">
            <a:extLst>
              <a:ext uri="{FF2B5EF4-FFF2-40B4-BE49-F238E27FC236}">
                <a16:creationId xmlns:a16="http://schemas.microsoft.com/office/drawing/2014/main" id="{4F9F49DF-B809-49F8-9460-32EAD2761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266700"/>
            <a:ext cx="843915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Season-wise team performance(wins)">
            <a:extLst>
              <a:ext uri="{FF2B5EF4-FFF2-40B4-BE49-F238E27FC236}">
                <a16:creationId xmlns:a16="http://schemas.microsoft.com/office/drawing/2014/main" id="{D85D2D7D-CC23-4657-A547-A1DB97ACC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266700"/>
            <a:ext cx="843915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Toss outcome v/s match outcome">
            <a:extLst>
              <a:ext uri="{FF2B5EF4-FFF2-40B4-BE49-F238E27FC236}">
                <a16:creationId xmlns:a16="http://schemas.microsoft.com/office/drawing/2014/main" id="{2C18C239-E194-448F-BF6F-5A5FB99BE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2" y="266700"/>
            <a:ext cx="10506075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 descr="Toss outcome vs match outcome vs toss decision">
            <a:extLst>
              <a:ext uri="{FF2B5EF4-FFF2-40B4-BE49-F238E27FC236}">
                <a16:creationId xmlns:a16="http://schemas.microsoft.com/office/drawing/2014/main" id="{0384F076-2EC0-49E1-89E0-2DDB20A05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266700"/>
            <a:ext cx="9877425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17" descr="Win % (Home vs Away)">
            <a:extLst>
              <a:ext uri="{FF2B5EF4-FFF2-40B4-BE49-F238E27FC236}">
                <a16:creationId xmlns:a16="http://schemas.microsoft.com/office/drawing/2014/main" id="{BD2976EB-FB40-4B0F-B701-2DD898DAB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66700"/>
            <a:ext cx="98679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IPL Visualisation Assignment_Karthik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Visualisation Assignment_Karthik</dc:title>
  <dc:creator/>
  <cp:lastModifiedBy>karthik P</cp:lastModifiedBy>
  <cp:revision>1</cp:revision>
  <dcterms:created xsi:type="dcterms:W3CDTF">2024-05-12T17:40:35Z</dcterms:created>
  <dcterms:modified xsi:type="dcterms:W3CDTF">2024-05-12T17:41:56Z</dcterms:modified>
</cp:coreProperties>
</file>